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xVICAcKckB/sJ2EIYFscd96hT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8424A1-8612-4DC3-92E9-53E22E5F76AD}">
  <a:tblStyle styleId="{2A8424A1-8612-4DC3-92E9-53E22E5F76A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College,Department of Cyber Security</a:t>
            </a:r>
            <a:endParaRPr/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i.org/10.1109/TSSC.1968.300136?utm_source=chatgpt.com" TargetMode="External"/><Relationship Id="rId4" Type="http://schemas.openxmlformats.org/officeDocument/2006/relationships/hyperlink" Target="https://doi.org/10.1109/TSSC.1968.300136?utm_source=chatgpt.com" TargetMode="External"/><Relationship Id="rId5" Type="http://schemas.openxmlformats.org/officeDocument/2006/relationships/hyperlink" Target="https://link.springer.com/book/10.1007/978-3-319-63519-4?utm_source=chatgpt.com" TargetMode="External"/><Relationship Id="rId6" Type="http://schemas.openxmlformats.org/officeDocument/2006/relationships/hyperlink" Target="https://link.springer.com/book/10.1007/978-3-319-63519-4?utm_source=chatgpt.com" TargetMode="External"/><Relationship Id="rId7" Type="http://schemas.openxmlformats.org/officeDocument/2006/relationships/hyperlink" Target="https://aima.cs.berkeley.edu/?utm_source=chatgpt.com" TargetMode="External"/><Relationship Id="rId8" Type="http://schemas.openxmlformats.org/officeDocument/2006/relationships/hyperlink" Target="https://aima.cs.berkeley.edu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me | Rajalakshmi Engineering College (REC)"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6385" y="498475"/>
            <a:ext cx="3998595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295101" y="2039581"/>
            <a:ext cx="9601199" cy="3931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Cyber Security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2026 - 2027 - Odd Semester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III Year / V Sem</a:t>
            </a:r>
            <a:endParaRPr/>
          </a:p>
          <a:p>
            <a:pPr indent="0" lvl="0" marL="228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CS23533 - FOUNDATIONS OF ARTIFICIAL INTELLIGENCE</a:t>
            </a:r>
            <a:endParaRPr b="1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Zeroth Review - </a:t>
            </a: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.0</a:t>
            </a: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i="0" lang="en-US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.2026</a:t>
            </a:r>
            <a:endParaRPr b="1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/>
        </p:nvSpPr>
        <p:spPr>
          <a:xfrm>
            <a:off x="1295400" y="1653501"/>
            <a:ext cx="9601199" cy="1775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</a:t>
            </a:r>
            <a:endParaRPr/>
          </a:p>
          <a:p>
            <a:pPr indent="0" lvl="0" marL="2286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ShadowTrace: AI Based Intrusion Detection Game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195705" y="3278505"/>
            <a:ext cx="5379085" cy="1925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Batch Members :</a:t>
            </a:r>
            <a:endParaRPr/>
          </a:p>
          <a:p>
            <a:pPr indent="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Name 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Nandhini Velmurugan</a:t>
            </a:r>
            <a:endParaRPr/>
          </a:p>
          <a:p>
            <a:pPr indent="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Name :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Grisha P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7297457" y="3303009"/>
            <a:ext cx="4086554" cy="16107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Supervisor: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Dr. S.Bhuvana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Professor[SG]</a:t>
            </a:r>
            <a:endParaRPr/>
          </a:p>
        </p:txBody>
      </p:sp>
      <p:sp>
        <p:nvSpPr>
          <p:cNvPr id="100" name="Google Shape;100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  <p:pic>
        <p:nvPicPr>
          <p:cNvPr descr="Home | Rajalakshmi Engineering College (REC)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96385" y="498475"/>
            <a:ext cx="3998595" cy="11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4914900" y="3649980"/>
            <a:ext cx="1718310" cy="661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241901063</a:t>
            </a:r>
            <a:endParaRPr/>
          </a:p>
          <a:p>
            <a:pPr indent="0" lvl="0" marL="228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241901030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OUTLINE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918882" y="17718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System &amp; Novelty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Diagram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Hardware/Software requirements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lnSpc>
                <a:spcPct val="15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ABSTRACT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838200" y="20955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AI-based top-down stealth game developed using Python and Pygame.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Player acts as an intruder who must collect 3 evidence items and escape.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AI security guard patrols the environment and investigates suspicious activity.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Minimax + Alpha-Beta Pruning is used for AI decision-making.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A* is used for efficient navigation through the grid.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FSM controls Patrol, Investigate, Chase, and Return states.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Line-of-sight and noise detection provide limited information about the player.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Demonstrates pathfinding, perception, decision-making, and NPC behavior.</a:t>
            </a:r>
            <a:endParaRPr sz="2000"/>
          </a:p>
        </p:txBody>
      </p:sp>
      <p:sp>
        <p:nvSpPr>
          <p:cNvPr id="116" name="Google Shape;11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OBJECTIVE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838200" y="20923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Develop an intelligent AI security guard for a stealth-based game.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Implement A* for efficient NPC navigation.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 FSM to control NPC behavior.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Apply Minimax with Alpha-Beta Pruning for decision-making.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Implement line-of-sight and noise detection.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Evaluate AI using path length, decision time, and nodes explored.</a:t>
            </a:r>
            <a:endParaRPr sz="2000"/>
          </a:p>
          <a:p>
            <a:pPr indent="0" lvl="0" marL="22860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3" name="Google Shape;12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LITERATURE SURVEY</a:t>
            </a:r>
            <a:endParaRPr/>
          </a:p>
        </p:txBody>
      </p:sp>
      <p:graphicFrame>
        <p:nvGraphicFramePr>
          <p:cNvPr id="131" name="Google Shape;131;p6"/>
          <p:cNvGraphicFramePr/>
          <p:nvPr/>
        </p:nvGraphicFramePr>
        <p:xfrm>
          <a:off x="838835" y="1825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{2A8424A1-8612-4DC3-92E9-53E22E5F76AD}</a:tableStyleId>
              </a:tblPr>
              <a:tblGrid>
                <a:gridCol w="5017125"/>
                <a:gridCol w="1170300"/>
                <a:gridCol w="2235825"/>
                <a:gridCol w="1943725"/>
              </a:tblGrid>
              <a:tr h="688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TITLE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YEAR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AUTHOR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TECHNIQUE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4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A Formal Basis for the Heuristic Determination of Minimum Cost Paths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1968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Peter E. Hart et 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A* Search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 Comparative Study of Pathfinding Algorithms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2005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Sturtevant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Pathfinding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Artificial Intelligence and Games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2015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Georgios N. Yannakakis &amp; Julian Togelius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Game AI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Pathfinding in Games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2010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Various researchers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Navigation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Game AI: Simulating Intelligent Behaviour in Games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2004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Millington &amp; Funge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Game AI / FSM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Artificial Intelligence for Games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2016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Ian Millington &amp; John FungeNPC Behaviourz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/>
                        <a:t>NPC Behaviour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32" name="Google Shape;13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EXISTING SYSTEM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838200" y="20050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NPCs often use predefined paths or simple waypoints.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Basic systems continuously follow or chase the player.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NPC behavior is usually limited to patrol and chase.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Many systems lack realistic perception and investigation.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Decision-making is often simple and does not consider future actions.</a:t>
            </a:r>
            <a:endParaRPr sz="2000"/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Navigation may require frequent path recalculation.</a:t>
            </a:r>
            <a:endParaRPr sz="2000"/>
          </a:p>
          <a:p>
            <a:pPr indent="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39" name="Google Shape;13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PROPOSED SYSTEM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/>
              <a:t>Core Components: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Grid Environment</a:t>
            </a:r>
            <a:r>
              <a:rPr lang="en-US" sz="2000"/>
              <a:t> – Represents walkable and blocked cells.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A* Pathfinding</a:t>
            </a:r>
            <a:r>
              <a:rPr lang="en-US" sz="2000"/>
              <a:t> – Finds efficient paths around obstacles.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FSM</a:t>
            </a:r>
            <a:r>
              <a:rPr lang="en-US" sz="2000"/>
              <a:t> – Controls Patrol, Investigate, Chase, and Return.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Perception</a:t>
            </a:r>
            <a:r>
              <a:rPr lang="en-US" sz="2000"/>
              <a:t> – Uses noise and line-of-sight detection.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Minimax</a:t>
            </a:r>
            <a:r>
              <a:rPr lang="en-US" sz="2000"/>
              <a:t> – Selects suitable AI actions.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/>
              <a:t>Alpha-Beta Pruning</a:t>
            </a:r>
            <a:r>
              <a:rPr lang="en-US" sz="2000"/>
              <a:t> – Optimizes Minimax decision-making.</a:t>
            </a:r>
            <a:endParaRPr sz="2000"/>
          </a:p>
        </p:txBody>
      </p:sp>
      <p:sp>
        <p:nvSpPr>
          <p:cNvPr id="146" name="Google Shape;14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NOVELTY IN PROPOSED SYSTEM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52" name="Google Shape;152;p9"/>
          <p:cNvSpPr txBox="1"/>
          <p:nvPr>
            <p:ph idx="1" type="body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The novelty of our project is not the use of A* alone, but the </a:t>
            </a:r>
            <a:r>
              <a:rPr lang="en-US" sz="2000" u="sng"/>
              <a:t>integration of multiple classical AI techniques into a single intelligent security NPC.</a:t>
            </a:r>
            <a:r>
              <a:rPr lang="en-US" sz="2000"/>
              <a:t> The security guard</a:t>
            </a:r>
            <a:r>
              <a:rPr lang="en-US" sz="2000" u="sng"/>
              <a:t> combines A* pathfinding with a finite-state machine, line-of-sight detection, noise-based investigation, and Minimax decision-making with Alpha-Beta pruning.</a:t>
            </a:r>
            <a:r>
              <a:rPr lang="en-US" sz="2000"/>
              <a:t> The NPC does not continuously know the player's position, instead its behavior changes according to the information it perceives from the environment. </a:t>
            </a:r>
            <a:r>
              <a:rPr lang="en-US" sz="2000" u="sng"/>
              <a:t>Minimax allows the NPC to evaluate possible actions</a:t>
            </a:r>
            <a:r>
              <a:rPr lang="en-US" sz="2000"/>
              <a:t> such as investigating a noise or continuing its patrol, while A* determines the efficient path to the selected target. The system creates a </a:t>
            </a:r>
            <a:r>
              <a:rPr lang="en-US" sz="2000" u="sng"/>
              <a:t>strategic stealth experience where the NPC can perceive, decide, and navigate</a:t>
            </a:r>
            <a:r>
              <a:rPr lang="en-US" sz="2000"/>
              <a:t> based on the player's actions. </a:t>
            </a:r>
            <a:endParaRPr/>
          </a:p>
        </p:txBody>
      </p:sp>
      <p:sp>
        <p:nvSpPr>
          <p:cNvPr id="153" name="Google Shape;15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BLOCK DIAGRAM (PROPOSED SYSTEM)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59" name="Google Shape;1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  <p:pic>
        <p:nvPicPr>
          <p:cNvPr id="160" name="Google Shape;16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413" y="1377950"/>
            <a:ext cx="7059175" cy="507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Hardware / Software Requirements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66" name="Google Shape;16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000"/>
              <a:t>Hardware Requirement: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Processor:</a:t>
            </a:r>
            <a:r>
              <a:rPr lang="en-US" sz="1800"/>
              <a:t> Intel Core i3 / equivalent or above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RAM:</a:t>
            </a:r>
            <a:r>
              <a:rPr lang="en-US" sz="1800"/>
              <a:t> 4 GB minimum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Storage:</a:t>
            </a:r>
            <a:r>
              <a:rPr lang="en-US" sz="1800"/>
              <a:t> 500 MB available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Display:</a:t>
            </a:r>
            <a:r>
              <a:rPr lang="en-US" sz="1800"/>
              <a:t> Standard monitor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Keyboard:</a:t>
            </a:r>
            <a:r>
              <a:rPr lang="en-US" sz="1800"/>
              <a:t> For player movement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000"/>
              <a:t>Software Requirement: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Operating System:</a:t>
            </a:r>
            <a:r>
              <a:rPr lang="en-US" sz="1800"/>
              <a:t> Windows / Linux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Programming Language:</a:t>
            </a:r>
            <a:r>
              <a:rPr lang="en-US" sz="1800"/>
              <a:t> Python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Game Framework:</a:t>
            </a:r>
            <a:r>
              <a:rPr lang="en-US" sz="1800"/>
              <a:t> Pygame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Development Environment:</a:t>
            </a:r>
            <a:r>
              <a:rPr lang="en-US" sz="1800"/>
              <a:t> VS Code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AI Technique:</a:t>
            </a:r>
            <a:r>
              <a:rPr lang="en-US" sz="1800"/>
              <a:t> A* Search Algorithm, Minimax, Alpha-Beta, FSM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1800"/>
              <a:t>Algorithm Support:</a:t>
            </a:r>
            <a:r>
              <a:rPr lang="en-US" sz="1800"/>
              <a:t> Priority Queue / Heap-based implementation</a:t>
            </a:r>
            <a:endParaRPr/>
          </a:p>
        </p:txBody>
      </p:sp>
      <p:sp>
        <p:nvSpPr>
          <p:cNvPr id="167" name="Google Shape;16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1F3864"/>
                </a:solidFill>
              </a:rPr>
              <a:t>References</a:t>
            </a:r>
            <a:endParaRPr b="1">
              <a:solidFill>
                <a:srgbClr val="1F3864"/>
              </a:solidFill>
            </a:endParaRPr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838200" y="15442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41300" lvl="0" marL="2286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Jagdale, D. (2021). </a:t>
            </a: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Finite State Machine in Game Development.</a:t>
            </a:r>
            <a:br>
              <a:rPr i="1"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 Link: https://doi.org/10.48175/IJARSCT-2062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Rafiq, A., Abdul Kadir, T. A., &amp; Ihsan, S. N. (2020). </a:t>
            </a: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Pathfinding Algorithms in Game Development.</a:t>
            </a:r>
            <a:br>
              <a:rPr i="1"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 Link: https://doi.org/10.1088/1757-899X/769/1/012021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Hart, P. E., Nilsson, N. J., &amp; Raphael, B. (1968). </a:t>
            </a: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A Formal Basis for the Heuristic Determination of Minimum Cost Paths.</a:t>
            </a:r>
            <a:br>
              <a:rPr i="1"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 Link:</a:t>
            </a:r>
            <a:r>
              <a:rPr lang="en-US" sz="20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https://doi.org/10.1109/TSSC.1968.300136</a:t>
            </a:r>
            <a:endParaRPr sz="2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Millington, I., &amp; Funge, J. (2016). </a:t>
            </a: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Artificial Intelligence for Games.</a:t>
            </a:r>
            <a:br>
              <a:rPr i="1"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 Link: Routledge – Artificial Intelligence for Games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Yannakakis, G. N., &amp; Togelius, J. (2018). </a:t>
            </a: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Artificial Intelligence and Games.</a:t>
            </a:r>
            <a:br>
              <a:rPr i="1"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 Link:</a:t>
            </a:r>
            <a:r>
              <a:rPr lang="en-US" sz="20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Springer – Artificial Intelligence and Games</a:t>
            </a:r>
            <a:endParaRPr sz="2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1300" lvl="0" marL="2286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Russell, S., &amp; Norvig, P. </a:t>
            </a: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Artificial Intelligence: A Modern Approach.</a:t>
            </a:r>
            <a:br>
              <a:rPr i="1"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 Link:</a:t>
            </a:r>
            <a:r>
              <a:rPr lang="en-US" sz="20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AIMA – Official Website</a:t>
            </a:r>
            <a:endParaRPr sz="20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4" name="Google Shape;1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Rajalakshmi Engineering College, Department of Cyber Security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2026-07-28T13:30:00Z</dcterms:created>
  <dc:creator>HP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06162F7363F6420A8506512D293C8A34_13</vt:lpwstr>
  </property>
  <property fmtid="{D5CDD505-2E9C-101B-9397-08002B2CF9AE}" pid="3" name="KSOProductBuildVer">
    <vt:lpwstr>2057-12.2.0.23206</vt:lpwstr>
  </property>
</Properties>
</file>